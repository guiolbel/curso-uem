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JetBrains Mono" charset="1" panose="02010509020102050004"/>
      <p:regular r:id="rId26"/>
    </p:embeddedFont>
    <p:embeddedFont>
      <p:font typeface="Lucida Console" charset="1" panose="020B0609040504020204"/>
      <p:regular r:id="rId27"/>
    </p:embeddedFont>
    <p:embeddedFont>
      <p:font typeface="Roboto Mono" charset="1" panose="00000000000000000000"/>
      <p:regular r:id="rId28"/>
    </p:embeddedFont>
    <p:embeddedFont>
      <p:font typeface="Roboto Mono Bold" charset="1" panose="00000000000000000000"/>
      <p:regular r:id="rId29"/>
    </p:embeddedFont>
    <p:embeddedFont>
      <p:font typeface="JetBrains Mono Bold" charset="1" panose="020108090301020500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5082789" cy="1043510"/>
              <a:chOff x="0" y="0"/>
              <a:chExt cx="1004008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04008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004008">
                    <a:moveTo>
                      <a:pt x="30463" y="0"/>
                    </a:moveTo>
                    <a:lnTo>
                      <a:pt x="973544" y="0"/>
                    </a:lnTo>
                    <a:cubicBezTo>
                      <a:pt x="990369" y="0"/>
                      <a:pt x="1004008" y="13639"/>
                      <a:pt x="1004008" y="30463"/>
                    </a:cubicBezTo>
                    <a:lnTo>
                      <a:pt x="1004008" y="175662"/>
                    </a:lnTo>
                    <a:cubicBezTo>
                      <a:pt x="1004008" y="192486"/>
                      <a:pt x="990369" y="206125"/>
                      <a:pt x="973544" y="206125"/>
                    </a:cubicBezTo>
                    <a:lnTo>
                      <a:pt x="30463" y="206125"/>
                    </a:lnTo>
                    <a:cubicBezTo>
                      <a:pt x="13639" y="206125"/>
                      <a:pt x="0" y="192486"/>
                      <a:pt x="0" y="175662"/>
                    </a:cubicBezTo>
                    <a:lnTo>
                      <a:pt x="0" y="30463"/>
                    </a:lnTo>
                    <a:cubicBezTo>
                      <a:pt x="0" y="13639"/>
                      <a:pt x="13639" y="0"/>
                      <a:pt x="30463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04008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47702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4610634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revisao_dia_2.py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868196" y="554790"/>
              <a:ext cx="5082789" cy="1043510"/>
              <a:chOff x="0" y="0"/>
              <a:chExt cx="1004008" cy="20612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04008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004008">
                    <a:moveTo>
                      <a:pt x="30463" y="0"/>
                    </a:moveTo>
                    <a:lnTo>
                      <a:pt x="973544" y="0"/>
                    </a:lnTo>
                    <a:cubicBezTo>
                      <a:pt x="990369" y="0"/>
                      <a:pt x="1004008" y="13639"/>
                      <a:pt x="1004008" y="30463"/>
                    </a:cubicBezTo>
                    <a:lnTo>
                      <a:pt x="1004008" y="175662"/>
                    </a:lnTo>
                    <a:cubicBezTo>
                      <a:pt x="1004008" y="192486"/>
                      <a:pt x="990369" y="206125"/>
                      <a:pt x="973544" y="206125"/>
                    </a:cubicBezTo>
                    <a:lnTo>
                      <a:pt x="30463" y="206125"/>
                    </a:lnTo>
                    <a:cubicBezTo>
                      <a:pt x="13639" y="206125"/>
                      <a:pt x="0" y="192486"/>
                      <a:pt x="0" y="175662"/>
                    </a:cubicBezTo>
                    <a:lnTo>
                      <a:pt x="0" y="30463"/>
                    </a:lnTo>
                    <a:cubicBezTo>
                      <a:pt x="0" y="13639"/>
                      <a:pt x="13639" y="0"/>
                      <a:pt x="30463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004008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647702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069427" y="763092"/>
              <a:ext cx="4610634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revisao_dia_2.py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459671" y="1200150"/>
            <a:ext cx="16576040" cy="114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56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Revisão do Dia 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9671" y="2760027"/>
            <a:ext cx="16576040" cy="613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Booleanos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7F2F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Operadores de Comparação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“a”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‘Olá!’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‘Olá!’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!=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971280" y="2760027"/>
            <a:ext cx="16576040" cy="613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Operadores Lógicos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3497D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“A” 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“a”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‘Olá!’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‘Olá!’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3497D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!=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10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497D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3497D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3497D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-2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497D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3497D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-US" sz="2799">
                <a:solidFill>
                  <a:srgbClr val="3497D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-2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5082789" cy="1043510"/>
              <a:chOff x="0" y="0"/>
              <a:chExt cx="1004008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04008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004008">
                    <a:moveTo>
                      <a:pt x="30463" y="0"/>
                    </a:moveTo>
                    <a:lnTo>
                      <a:pt x="973544" y="0"/>
                    </a:lnTo>
                    <a:cubicBezTo>
                      <a:pt x="990369" y="0"/>
                      <a:pt x="1004008" y="13639"/>
                      <a:pt x="1004008" y="30463"/>
                    </a:cubicBezTo>
                    <a:lnTo>
                      <a:pt x="1004008" y="175662"/>
                    </a:lnTo>
                    <a:cubicBezTo>
                      <a:pt x="1004008" y="192486"/>
                      <a:pt x="990369" y="206125"/>
                      <a:pt x="973544" y="206125"/>
                    </a:cubicBezTo>
                    <a:lnTo>
                      <a:pt x="30463" y="206125"/>
                    </a:lnTo>
                    <a:cubicBezTo>
                      <a:pt x="13639" y="206125"/>
                      <a:pt x="0" y="192486"/>
                      <a:pt x="0" y="175662"/>
                    </a:cubicBezTo>
                    <a:lnTo>
                      <a:pt x="0" y="30463"/>
                    </a:lnTo>
                    <a:cubicBezTo>
                      <a:pt x="0" y="13639"/>
                      <a:pt x="13639" y="0"/>
                      <a:pt x="30463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04008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47702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4610634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revisao_dia_2.py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48130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Estruturas de Seleção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if e else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“-&gt; 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-3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&gt;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“Positivo”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“Zero”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“Negativo”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Negativo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71280" y="1548130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match case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“-&gt; 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-&gt;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“Caso um”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“Caso dois”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“Caso padrão”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Caso dois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2936625" cy="1043510"/>
              <a:chOff x="0" y="0"/>
              <a:chExt cx="580074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80074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580074">
                    <a:moveTo>
                      <a:pt x="52727" y="0"/>
                    </a:moveTo>
                    <a:lnTo>
                      <a:pt x="527347" y="0"/>
                    </a:lnTo>
                    <a:cubicBezTo>
                      <a:pt x="541331" y="0"/>
                      <a:pt x="554743" y="5555"/>
                      <a:pt x="564631" y="15443"/>
                    </a:cubicBezTo>
                    <a:cubicBezTo>
                      <a:pt x="574519" y="25331"/>
                      <a:pt x="580074" y="38743"/>
                      <a:pt x="580074" y="52727"/>
                    </a:cubicBezTo>
                    <a:lnTo>
                      <a:pt x="580074" y="153399"/>
                    </a:lnTo>
                    <a:cubicBezTo>
                      <a:pt x="580074" y="182519"/>
                      <a:pt x="556468" y="206125"/>
                      <a:pt x="527347" y="206125"/>
                    </a:cubicBezTo>
                    <a:lnTo>
                      <a:pt x="52727" y="206125"/>
                    </a:lnTo>
                    <a:cubicBezTo>
                      <a:pt x="23607" y="206125"/>
                      <a:pt x="0" y="182519"/>
                      <a:pt x="0" y="153399"/>
                    </a:cubicBezTo>
                    <a:lnTo>
                      <a:pt x="0" y="52727"/>
                    </a:lnTo>
                    <a:cubicBezTo>
                      <a:pt x="0" y="23607"/>
                      <a:pt x="23607" y="0"/>
                      <a:pt x="52727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80074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356973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340163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dia_3.py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000125"/>
            <a:ext cx="16576040" cy="93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sz="46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Dia 3 -- Listas e Estruturas de Repetição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2145700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Nós já vimos como armazenar um dado de um determinado tipo em variáveis, porém como faríamos para armazenar vários dados de forma eficiente?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Vamos dizer que temos um aluno, e na matéria de física ele realizou 3 provas, e guardaremos a nota dessas provas da seguinte forma: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joseNota1: float = 6.7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joseNota2: float = 3.4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joseNota3: float = 8.3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Isso parece meio contraintuitivo, especialmente quando podemos acabar errando o nome de uma das variáveis ou tiver outra com o nome parecido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229284" cy="1043510"/>
              <a:chOff x="0" y="0"/>
              <a:chExt cx="637883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7883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37883">
                    <a:moveTo>
                      <a:pt x="47948" y="0"/>
                    </a:moveTo>
                    <a:lnTo>
                      <a:pt x="589935" y="0"/>
                    </a:lnTo>
                    <a:cubicBezTo>
                      <a:pt x="616416" y="0"/>
                      <a:pt x="637883" y="21467"/>
                      <a:pt x="637883" y="47948"/>
                    </a:cubicBezTo>
                    <a:lnTo>
                      <a:pt x="637883" y="158177"/>
                    </a:lnTo>
                    <a:cubicBezTo>
                      <a:pt x="637883" y="184658"/>
                      <a:pt x="616416" y="206125"/>
                      <a:pt x="589935" y="206125"/>
                    </a:cubicBezTo>
                    <a:lnTo>
                      <a:pt x="47948" y="206125"/>
                    </a:lnTo>
                    <a:cubicBezTo>
                      <a:pt x="21467" y="206125"/>
                      <a:pt x="0" y="184658"/>
                      <a:pt x="0" y="158177"/>
                    </a:cubicBezTo>
                    <a:lnTo>
                      <a:pt x="0" y="47948"/>
                    </a:lnTo>
                    <a:cubicBezTo>
                      <a:pt x="0" y="21467"/>
                      <a:pt x="21467" y="0"/>
                      <a:pt x="47948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37883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62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5268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listas.py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352550"/>
            <a:ext cx="16576040" cy="93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sz="46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Listas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2769552"/>
            <a:ext cx="16576040" cy="55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Uma forma de resolvermos esse problema é com listas!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conceito de arranjos ou “arrays” são estruturas sequenciais de dados de um mesmo tipo onde cada elemento são representados pro índices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Normalmente arrays possuem um tamanho fixo, mas no Python, temos a estrutura “list”, um arranjo dinâmico que, conforme elementos são adicionados ou removidos, a lista muda de tamanho.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229284" cy="1043510"/>
              <a:chOff x="0" y="0"/>
              <a:chExt cx="637883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7883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37883">
                    <a:moveTo>
                      <a:pt x="47948" y="0"/>
                    </a:moveTo>
                    <a:lnTo>
                      <a:pt x="589935" y="0"/>
                    </a:lnTo>
                    <a:cubicBezTo>
                      <a:pt x="616416" y="0"/>
                      <a:pt x="637883" y="21467"/>
                      <a:pt x="637883" y="47948"/>
                    </a:cubicBezTo>
                    <a:lnTo>
                      <a:pt x="637883" y="158177"/>
                    </a:lnTo>
                    <a:cubicBezTo>
                      <a:pt x="637883" y="184658"/>
                      <a:pt x="616416" y="206125"/>
                      <a:pt x="589935" y="206125"/>
                    </a:cubicBezTo>
                    <a:lnTo>
                      <a:pt x="47948" y="206125"/>
                    </a:lnTo>
                    <a:cubicBezTo>
                      <a:pt x="21467" y="206125"/>
                      <a:pt x="0" y="184658"/>
                      <a:pt x="0" y="158177"/>
                    </a:cubicBezTo>
                    <a:lnTo>
                      <a:pt x="0" y="47948"/>
                    </a:lnTo>
                    <a:cubicBezTo>
                      <a:pt x="0" y="21467"/>
                      <a:pt x="21467" y="0"/>
                      <a:pt x="47948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37883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62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5268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listas.py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48130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Listas no Python são representadas com elementos entre colchetes, com cada elemento separado por uma vírgula, e pode ser declarada da seguinte forma: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dado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dado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dado0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dado1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dado2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Uma lista declarada sem a inicialização, cria uma lista vazia ([]) onde podemos adicionar elementos nela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Nosso exemplo anterior, com a estrutura de listas ficaria da seguinte forma: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notasJose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6.7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3.4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8.3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229284" cy="1043510"/>
              <a:chOff x="0" y="0"/>
              <a:chExt cx="637883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7883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37883">
                    <a:moveTo>
                      <a:pt x="47948" y="0"/>
                    </a:moveTo>
                    <a:lnTo>
                      <a:pt x="589935" y="0"/>
                    </a:lnTo>
                    <a:cubicBezTo>
                      <a:pt x="616416" y="0"/>
                      <a:pt x="637883" y="21467"/>
                      <a:pt x="637883" y="47948"/>
                    </a:cubicBezTo>
                    <a:lnTo>
                      <a:pt x="637883" y="158177"/>
                    </a:lnTo>
                    <a:cubicBezTo>
                      <a:pt x="637883" y="184658"/>
                      <a:pt x="616416" y="206125"/>
                      <a:pt x="589935" y="206125"/>
                    </a:cubicBezTo>
                    <a:lnTo>
                      <a:pt x="47948" y="206125"/>
                    </a:lnTo>
                    <a:cubicBezTo>
                      <a:pt x="21467" y="206125"/>
                      <a:pt x="0" y="184658"/>
                      <a:pt x="0" y="158177"/>
                    </a:cubicBezTo>
                    <a:lnTo>
                      <a:pt x="0" y="47948"/>
                    </a:lnTo>
                    <a:cubicBezTo>
                      <a:pt x="0" y="21467"/>
                      <a:pt x="21467" y="0"/>
                      <a:pt x="47948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37883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62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5268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listas.py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617740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Indexação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Como dito anteriormente, as listas são indexadas, e cada um desses índices pode ser acessado, assim como nas strings!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“Jamily”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“Anna Lisia”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“Ana Julia”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“Jamily”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Assim como nas strings, podemos pegar uma sublista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[1:]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“Anna Lisia”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“Ana Julia”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[-1]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“Ana Julia”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229284" cy="1043510"/>
              <a:chOff x="0" y="0"/>
              <a:chExt cx="637883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7883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37883">
                    <a:moveTo>
                      <a:pt x="47948" y="0"/>
                    </a:moveTo>
                    <a:lnTo>
                      <a:pt x="589935" y="0"/>
                    </a:lnTo>
                    <a:cubicBezTo>
                      <a:pt x="616416" y="0"/>
                      <a:pt x="637883" y="21467"/>
                      <a:pt x="637883" y="47948"/>
                    </a:cubicBezTo>
                    <a:lnTo>
                      <a:pt x="637883" y="158177"/>
                    </a:lnTo>
                    <a:cubicBezTo>
                      <a:pt x="637883" y="184658"/>
                      <a:pt x="616416" y="206125"/>
                      <a:pt x="589935" y="206125"/>
                    </a:cubicBezTo>
                    <a:lnTo>
                      <a:pt x="47948" y="206125"/>
                    </a:lnTo>
                    <a:cubicBezTo>
                      <a:pt x="21467" y="206125"/>
                      <a:pt x="0" y="184658"/>
                      <a:pt x="0" y="158177"/>
                    </a:cubicBezTo>
                    <a:lnTo>
                      <a:pt x="0" y="47948"/>
                    </a:lnTo>
                    <a:cubicBezTo>
                      <a:pt x="0" y="21467"/>
                      <a:pt x="21467" y="0"/>
                      <a:pt x="47948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37883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62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5268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listas.py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79715"/>
            <a:ext cx="16576040" cy="55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Operações e métodos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Assim como as strings, temos as operações de concatenação e repetição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Concatenação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+ 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Repetição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*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229284" cy="1043510"/>
              <a:chOff x="0" y="0"/>
              <a:chExt cx="637883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7883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37883">
                    <a:moveTo>
                      <a:pt x="47948" y="0"/>
                    </a:moveTo>
                    <a:lnTo>
                      <a:pt x="589935" y="0"/>
                    </a:lnTo>
                    <a:cubicBezTo>
                      <a:pt x="616416" y="0"/>
                      <a:pt x="637883" y="21467"/>
                      <a:pt x="637883" y="47948"/>
                    </a:cubicBezTo>
                    <a:lnTo>
                      <a:pt x="637883" y="158177"/>
                    </a:lnTo>
                    <a:cubicBezTo>
                      <a:pt x="637883" y="184658"/>
                      <a:pt x="616416" y="206125"/>
                      <a:pt x="589935" y="206125"/>
                    </a:cubicBezTo>
                    <a:lnTo>
                      <a:pt x="47948" y="206125"/>
                    </a:lnTo>
                    <a:cubicBezTo>
                      <a:pt x="21467" y="206125"/>
                      <a:pt x="0" y="184658"/>
                      <a:pt x="0" y="158177"/>
                    </a:cubicBezTo>
                    <a:lnTo>
                      <a:pt x="0" y="47948"/>
                    </a:lnTo>
                    <a:cubicBezTo>
                      <a:pt x="0" y="21467"/>
                      <a:pt x="21467" y="0"/>
                      <a:pt x="47948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37883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62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5268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listas.py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885825"/>
            <a:ext cx="16576040" cy="861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Métodos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.append(item)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Adiciona *item* ao final da lista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append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.pop()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Remove o ultimo elemento da lista e retorna o seu valor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pop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229284" cy="1043510"/>
              <a:chOff x="0" y="0"/>
              <a:chExt cx="637883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7883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37883">
                    <a:moveTo>
                      <a:pt x="47948" y="0"/>
                    </a:moveTo>
                    <a:lnTo>
                      <a:pt x="589935" y="0"/>
                    </a:lnTo>
                    <a:cubicBezTo>
                      <a:pt x="616416" y="0"/>
                      <a:pt x="637883" y="21467"/>
                      <a:pt x="637883" y="47948"/>
                    </a:cubicBezTo>
                    <a:lnTo>
                      <a:pt x="637883" y="158177"/>
                    </a:lnTo>
                    <a:cubicBezTo>
                      <a:pt x="637883" y="184658"/>
                      <a:pt x="616416" y="206125"/>
                      <a:pt x="589935" y="206125"/>
                    </a:cubicBezTo>
                    <a:lnTo>
                      <a:pt x="47948" y="206125"/>
                    </a:lnTo>
                    <a:cubicBezTo>
                      <a:pt x="21467" y="206125"/>
                      <a:pt x="0" y="184658"/>
                      <a:pt x="0" y="158177"/>
                    </a:cubicBezTo>
                    <a:lnTo>
                      <a:pt x="0" y="47948"/>
                    </a:lnTo>
                    <a:cubicBezTo>
                      <a:pt x="0" y="21467"/>
                      <a:pt x="21467" y="0"/>
                      <a:pt x="47948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37883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62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5268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listas.py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952299"/>
            <a:ext cx="16576040" cy="923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.insert(pos, item)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Insere *item* na posição *pos*. Empurra todos os elementos seguintes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para frente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insert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6, 8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.remove(item)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Remove a primeira ocorrêencia de *item*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remove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6, 8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len(lista)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Retorna o numero de elementos da lista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229284" cy="1043510"/>
              <a:chOff x="0" y="0"/>
              <a:chExt cx="637883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7883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37883">
                    <a:moveTo>
                      <a:pt x="47948" y="0"/>
                    </a:moveTo>
                    <a:lnTo>
                      <a:pt x="589935" y="0"/>
                    </a:lnTo>
                    <a:cubicBezTo>
                      <a:pt x="616416" y="0"/>
                      <a:pt x="637883" y="21467"/>
                      <a:pt x="637883" y="47948"/>
                    </a:cubicBezTo>
                    <a:lnTo>
                      <a:pt x="637883" y="158177"/>
                    </a:lnTo>
                    <a:cubicBezTo>
                      <a:pt x="637883" y="184658"/>
                      <a:pt x="616416" y="206125"/>
                      <a:pt x="589935" y="206125"/>
                    </a:cubicBezTo>
                    <a:lnTo>
                      <a:pt x="47948" y="206125"/>
                    </a:lnTo>
                    <a:cubicBezTo>
                      <a:pt x="21467" y="206125"/>
                      <a:pt x="0" y="184658"/>
                      <a:pt x="0" y="158177"/>
                    </a:cubicBezTo>
                    <a:lnTo>
                      <a:pt x="0" y="47948"/>
                    </a:lnTo>
                    <a:cubicBezTo>
                      <a:pt x="0" y="21467"/>
                      <a:pt x="21467" y="0"/>
                      <a:pt x="47948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37883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62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5268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listas.py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808870"/>
            <a:ext cx="16576040" cy="55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.reverse()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Inverte a ordem dos elementos da lista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reverse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.sort()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Deixa a lista em ordem crescente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sort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229284" cy="1043510"/>
              <a:chOff x="0" y="0"/>
              <a:chExt cx="637883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7883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37883">
                    <a:moveTo>
                      <a:pt x="47948" y="0"/>
                    </a:moveTo>
                    <a:lnTo>
                      <a:pt x="589935" y="0"/>
                    </a:lnTo>
                    <a:cubicBezTo>
                      <a:pt x="616416" y="0"/>
                      <a:pt x="637883" y="21467"/>
                      <a:pt x="637883" y="47948"/>
                    </a:cubicBezTo>
                    <a:lnTo>
                      <a:pt x="637883" y="158177"/>
                    </a:lnTo>
                    <a:cubicBezTo>
                      <a:pt x="637883" y="184658"/>
                      <a:pt x="616416" y="206125"/>
                      <a:pt x="589935" y="206125"/>
                    </a:cubicBezTo>
                    <a:lnTo>
                      <a:pt x="47948" y="206125"/>
                    </a:lnTo>
                    <a:cubicBezTo>
                      <a:pt x="21467" y="206125"/>
                      <a:pt x="0" y="184658"/>
                      <a:pt x="0" y="158177"/>
                    </a:cubicBezTo>
                    <a:lnTo>
                      <a:pt x="0" y="47948"/>
                    </a:lnTo>
                    <a:cubicBezTo>
                      <a:pt x="0" y="21467"/>
                      <a:pt x="21467" y="0"/>
                      <a:pt x="47948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37883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62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5268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listas.py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76705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Agora que vimos como funcionam as listas, vamos voltar ao exemplo das notas!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Digamos que eu queira fazer a média aritmética da nota de José: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(notasJose[0] + notasJose[1] + notasJose[2]) / 3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6.1333333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 esse caso é fácil visto que são apenas 3 valores, mas digamos que queremos a média da turma inteira com base nas 3 provas, em uma turma com apenas 20 alunos, isso já seriam mais de 60 elementos!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Definitivamente não é uma boa alternativa somar tudo isso manualmente...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repeticao.py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323975"/>
            <a:ext cx="16576040" cy="93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sz="46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Estruturas de Repetição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2769552"/>
            <a:ext cx="16576040" cy="55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forma de solucionarmos esse problema é simples, vamos utilizar os famosos laços de repetição!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Amplamente utilizados para realizar ações repetidas de forma eficiente, seja com um número determinado de ciclos ou com uma condição específica de parada.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Serão abordados 2 tipos importantes de laço, o </a:t>
            </a:r>
            <a:r>
              <a:rPr lang="en-US" sz="2799" b="true">
                <a:solidFill>
                  <a:srgbClr val="42A45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for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 o</a:t>
            </a:r>
            <a:r>
              <a:rPr lang="en-US" sz="2799" b="true">
                <a:solidFill>
                  <a:srgbClr val="42A45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while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repeticao.py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77493"/>
            <a:ext cx="16576040" cy="675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 geral é usado quando queremos realizar um número determinado de repetições de uma mesma ação, ou percorrer todos os elementos de uma lista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for i in lista: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* bloco de código *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Traduzido vagamente pra “para </a:t>
            </a:r>
            <a:r>
              <a:rPr lang="en-US" sz="2799" b="true">
                <a:solidFill>
                  <a:srgbClr val="42A45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em </a:t>
            </a:r>
            <a:r>
              <a:rPr lang="en-US" sz="2799" b="true">
                <a:solidFill>
                  <a:srgbClr val="42A45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lista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“, quer dizer que para cada elemento da lista escolhida, armazena esse elemento em uma variável e executa o bloco de código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362075"/>
            <a:ext cx="16576040" cy="77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38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Laço for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repeticao.py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67968"/>
            <a:ext cx="16576040" cy="55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Exemplo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cesta_frutas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“Uva”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“Maçã”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“Melancia”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“Banana”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fruta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cesta_frutas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fruta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Uva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Maçã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Melancia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Banana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repeticao.py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948768"/>
            <a:ext cx="16576040" cy="923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for i in range(x, y):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* bloco de código *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Traduzido vagamente pra “para </a:t>
            </a:r>
            <a:r>
              <a:rPr lang="en-US" sz="2799" b="true">
                <a:solidFill>
                  <a:srgbClr val="4DBD6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no intervalo </a:t>
            </a:r>
            <a:r>
              <a:rPr lang="en-US" sz="2799" b="true">
                <a:solidFill>
                  <a:srgbClr val="4DBD6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[x,y)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”. Isso quer dizer que i receberá como valor todos os números de x até y (excluindo o y), e para cada um, ele executará o bloco de código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Exemplo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range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repeticao.py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948768"/>
            <a:ext cx="16576040" cy="923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for i in range(x, y):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* bloco de código *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Traduzido vagamente pra “para </a:t>
            </a:r>
            <a:r>
              <a:rPr lang="en-US" sz="2799" b="true">
                <a:solidFill>
                  <a:srgbClr val="4DBD6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no intervalo </a:t>
            </a:r>
            <a:r>
              <a:rPr lang="en-US" sz="2799" b="true">
                <a:solidFill>
                  <a:srgbClr val="4DBD6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[x,y)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”. Isso quer dizer que i receberá como valor todos os números de x até y (excluindo o y), e para cada um, ele executará o bloco de código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Exemplo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range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repeticao.py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93215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intervalo de range é composto por três elementos o inicio, o fim, e o passo com que é atualizada a variável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Logo, um range pode ser descrito da seguinte forma </a:t>
            </a:r>
            <a:r>
              <a:rPr lang="en-US" sz="2799" b="true">
                <a:solidFill>
                  <a:srgbClr val="4DBD6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range(inicio, fim, passo)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 Apenas o fim é realmente necessário de declarar </a:t>
            </a:r>
            <a:r>
              <a:rPr lang="en-US" sz="2799" b="true">
                <a:solidFill>
                  <a:srgbClr val="4DBD6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range(fim)</a:t>
            </a: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nesse caso, assume-se que o início é 0, e o passo é 1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Algumas possibilidades de range são: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range(10) # Vai de 0 a 10 com passo 1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range(0, 10, 2) # Vai de 0 a 10, de 2 em 2 números (0,2,4,8)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DBD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repeticao.py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788602"/>
            <a:ext cx="16576040" cy="55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Usado geralmente para repetir blocos sobre uma condição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while </a:t>
            </a:r>
            <a:r>
              <a:rPr lang="en-US" sz="2799" b="true">
                <a:solidFill>
                  <a:srgbClr val="42A45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condição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* bloco de código *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Pode ser traduzido para “enquanto </a:t>
            </a:r>
            <a:r>
              <a:rPr lang="en-US" sz="2799" b="true">
                <a:solidFill>
                  <a:srgbClr val="42A45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condição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“, assim, o bloco de código é executado indefinidamente enquanto a condição é verdadeira (true)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362075"/>
            <a:ext cx="16576040" cy="77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38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Laço while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repeticao.py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45590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Exemplo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“Insira um número: “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achou_divisor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3497D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achou_divisor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%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achou_divisor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“Não é primo”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“É primo”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exercicio.py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788602"/>
            <a:ext cx="16576040" cy="675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mãe de João pediu para ele ir as compras, porém ele acha que escrever a lista no papel é algo muito ultrapassado. Pensando nisso, ele te contratou pra que desenvolva um programa onde ele possa criar uma lista de compras, adicionar um item para comprar, removê-lo caso tenha sido comprado, e procurar por itens, além de exibir todos os que estão atualmente na lista!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Faça o programa usando os conteúdos que vimos nas últimas aulas, de forma que o usuário possa escolher qual ação ele deseja realizar, e que continue executando enquanto o usuário quiser.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123950"/>
            <a:ext cx="16576040" cy="77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38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Lista de Compras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DAHR-3irrZY</dc:identifier>
  <dcterms:modified xsi:type="dcterms:W3CDTF">2011-08-01T06:04:30Z</dcterms:modified>
  <cp:revision>1</cp:revision>
  <dc:title>Slides Capacitação Python Dia 3</dc:title>
</cp:coreProperties>
</file>